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Spotify Music Analytics: Data-Driven Insights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insights from 27,800 chart records spanning 2023–2024 — powering smarter music strategy decisions.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44444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Presenting by : B. Tarunreddy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Business Challenge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29592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Hidden Performance Signals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602432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chart data alone doesn't reveal which artists and songs perform strongest over time.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519437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Unclear Content Drivers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825948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clear understanding of how content characteristics — type, duration, or collaboration — drive popularity.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4295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Strategy Without Evidence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4049464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 to identify trends and support data-driven music strategy decisions at the executive level.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75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493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27,800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5988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Chart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663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Spanning 2023–2024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61493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794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225988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Distinct Songs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5663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343 artists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14756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89.62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96119" y="379251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Popularity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09902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a 0–100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14756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379251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409902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Clean, analysis-ready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Performers: Artist Dominance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Chart Dominance at a Glance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Taylor Swift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leads with 1,871 chart records — nearly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2× more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the #2 artist, Billie Eilish (860).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Sabrina Carpenter (736) rounds out the top three, reflecting the outsized influence a small cohort of artists commands across the chart landscape.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top 10 artists collectively account for a disproportionate share of chart presence and total audience reach.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3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Over Quantity: Average Popularity Rankings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9865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Collaboration Advantage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6186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measuring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average popularity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rather than raw chart volume, a clear pattern emerges: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collaborative acts consistently outperform solo artists.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69853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Grupo Frontera &amp; Bad Bunny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99.20 avg popularity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Jung Kook &amp; Latto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98.29 avg popularity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Yng Lvcas &amp; Peso Pluma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97.33 avg popularity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77696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numbers point to a repeatable strategic lever: artist partnerships drive peak audience engagement.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71636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0423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Album Type Performance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132582"/>
            <a:ext cx="2299097" cy="1456358"/>
          </a:xfrm>
          <a:prstGeom prst="roundRect">
            <a:avLst>
              <a:gd name="adj" fmla="val 38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785" y="1270248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3785" y="1552649"/>
            <a:ext cx="2023765" cy="89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91.86</a:t>
            </a:r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popularity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Highest-performing format — ideal for chart impact and streaming engagement.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9785" y="1132582"/>
            <a:ext cx="2299097" cy="1456358"/>
          </a:xfrm>
          <a:prstGeom prst="roundRect">
            <a:avLst>
              <a:gd name="adj" fmla="val 383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57451" y="1270248"/>
            <a:ext cx="20237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Albums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57451" y="1552649"/>
            <a:ext cx="2023765" cy="89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88.30</a:t>
            </a:r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popularity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volume (17,261 records) but lower average performance per release.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713509"/>
            <a:ext cx="4722763" cy="1044401"/>
          </a:xfrm>
          <a:prstGeom prst="roundRect">
            <a:avLst>
              <a:gd name="adj" fmla="val 534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785" y="2851175"/>
            <a:ext cx="444743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Compilations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3785" y="3133576"/>
            <a:ext cx="4447431" cy="48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76.26</a:t>
            </a:r>
            <a:pPr algn="l" indent="0" marL="0">
              <a:lnSpc>
                <a:spcPct val="129000"/>
              </a:lnSpc>
              <a:spcAft>
                <a:spcPts val="5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avg popularity</a:t>
            </a:r>
            <a:endParaRPr lang="en-US" sz="10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Consistently underperform across chart metrics — lowest strategic priority.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898032"/>
            <a:ext cx="4722763" cy="714970"/>
          </a:xfrm>
          <a:prstGeom prst="roundRect">
            <a:avLst>
              <a:gd name="adj" fmla="val 7807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" y="4077593"/>
            <a:ext cx="166092" cy="132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8018" y="4055790"/>
            <a:ext cx="4157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Recommendation: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Prioritize single releases to maximize chart performance and streaming returns.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Explicit Content: No Significant Impact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Explicit Rating Is Not a Differentiator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2296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Non-explicit songs average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89.71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popularity across 16,628 records, while explicit songs average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89.49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11,172 records.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difference of just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0.22 points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statistically negligible — explicit labeling has no meaningful effect on chart performance.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finding frees content strategy from explicit-rating constraints.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Content quality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rating — is the key driver of audience popularity.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Song Duration Sweet Spot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07393"/>
            <a:ext cx="5187032" cy="29177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151930"/>
            <a:ext cx="264586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3–3.5 Minutes: The Optimal Window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1680642"/>
            <a:ext cx="264586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27,800 chart records, the average track duration is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3.28 minutes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range that aligns closely with listener streaming behavior and playlist curation criteria.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6703" y="2592437"/>
            <a:ext cx="2645866" cy="1289298"/>
          </a:xfrm>
          <a:prstGeom prst="rect">
            <a:avLst/>
          </a:prstGeom>
          <a:noFill/>
          <a:ln/>
        </p:spPr>
        <p:txBody>
          <a:bodyPr wrap="square" lIns="0" tIns="52277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 range observed: 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0.69 to 7.62 minutes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Shorter, focused tracks earn higher playlist inclusion rates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Concise runtime supports repeat-play behavior on streaming platforms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06703" y="3990156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Targeting the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3–3.5 minute window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maximizes both chart eligibility and algorithmic playlist placement.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Temporal Trends &amp; Seasonality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868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 songs grew from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425 (2023)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453 (2024)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6.6% catalog expansion. January peaks at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92.48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popularity while October dips to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86.94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confirming strong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and Q4 seasonal effects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driven by holiday listening and new-year discovery behavior.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2151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Recommendations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47291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523" y="1269057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89720" y="1081162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Release Strategy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089720" y="1328514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singles over albums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chart performance — they achieve 91.86 vs. 88.30 average popularity.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16013"/>
            <a:ext cx="4722763" cy="8678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7523" y="2237780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89720" y="2049884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Artist Partnerships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89720" y="2297237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 in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collaborations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top collaborative acts consistently achieve 97–99+ average popularity scores.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884736"/>
            <a:ext cx="4722763" cy="8678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7523" y="3206502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089720" y="3018606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Release Timing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89720" y="3265959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major releases for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and Q4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capitalize on seasonal popularity peaks and holiday listener surges.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53458"/>
            <a:ext cx="4722763" cy="8678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7523" y="4175224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089720" y="3987329"/>
            <a:ext cx="399529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Duration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1089720" y="4234681"/>
            <a:ext cx="399529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3–3.5 minute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tracks for optimal streaming engagement, playlist inclusion, and repeat-play rates.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248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Steps: Interactive Dashboard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24384"/>
            <a:ext cx="5202138" cy="292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649" y="2196331"/>
            <a:ext cx="267392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Insight to Action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78649" y="2462808"/>
            <a:ext cx="267392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Power BI dashboard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translates these findings into a live decision-support tool for your strategy team.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460" y="4156435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203" y="415297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63203" y="4383435"/>
            <a:ext cx="22751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artist and song performance as chart data updates continuously.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3194" y="4156435"/>
            <a:ext cx="169441" cy="1694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17937" y="415297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Drill-Down Capability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17937" y="4383435"/>
            <a:ext cx="22751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trends by artist, album type, and time period at any level of detail.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7929" y="4156435"/>
            <a:ext cx="169441" cy="1694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72671" y="4152974"/>
            <a:ext cx="227513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Decisions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72671" y="4383435"/>
            <a:ext cx="227513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content strategy, artist partnerships, and release timing with live data.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2026-08-15T00:16:12Z</dcterms:created>
  <dcterms:modified xsi:type="dcterms:W3CDTF">2026-08-15T00:16:12Z</dcterms:modified>
</cp:coreProperties>
</file>